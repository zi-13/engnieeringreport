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61" r:id="rId3"/>
    <p:sldId id="265" r:id="rId4"/>
    <p:sldId id="269" r:id="rId5"/>
    <p:sldId id="270" r:id="rId6"/>
    <p:sldId id="262" r:id="rId7"/>
    <p:sldId id="263" r:id="rId8"/>
    <p:sldId id="264" r:id="rId9"/>
    <p:sldId id="271" r:id="rId10"/>
    <p:sldId id="273" r:id="rId11"/>
    <p:sldId id="272" r:id="rId12"/>
    <p:sldId id="274" r:id="rId13"/>
    <p:sldId id="275" r:id="rId14"/>
    <p:sldId id="276" r:id="rId15"/>
    <p:sldId id="266" r:id="rId16"/>
    <p:sldId id="268" r:id="rId17"/>
    <p:sldId id="281" r:id="rId18"/>
    <p:sldId id="258" r:id="rId19"/>
    <p:sldId id="279" r:id="rId20"/>
    <p:sldId id="280" r:id="rId21"/>
    <p:sldId id="259" r:id="rId22"/>
    <p:sldId id="260"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9" autoAdjust="0"/>
    <p:restoredTop sz="94660"/>
  </p:normalViewPr>
  <p:slideViewPr>
    <p:cSldViewPr snapToGrid="0">
      <p:cViewPr varScale="1">
        <p:scale>
          <a:sx n="103" d="100"/>
          <a:sy n="103" d="100"/>
        </p:scale>
        <p:origin x="8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548C7C-71AC-4D3C-9FA6-06581F1CB40F}" type="datetimeFigureOut">
              <a:rPr lang="zh-CN" altLang="en-US" smtClean="0"/>
              <a:t>2025/11/7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8F863D-AB2F-43F8-9996-64DE7AF4277B}" type="slidenum">
              <a:rPr lang="zh-CN" altLang="en-US" smtClean="0"/>
              <a:t>‹#›</a:t>
            </a:fld>
            <a:endParaRPr lang="zh-CN" altLang="en-US"/>
          </a:p>
        </p:txBody>
      </p:sp>
    </p:spTree>
    <p:extLst>
      <p:ext uri="{BB962C8B-B14F-4D97-AF65-F5344CB8AC3E}">
        <p14:creationId xmlns:p14="http://schemas.microsoft.com/office/powerpoint/2010/main" val="439327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8F863D-AB2F-43F8-9996-64DE7AF4277B}" type="slidenum">
              <a:rPr lang="zh-CN" altLang="en-US" smtClean="0"/>
              <a:t>1</a:t>
            </a:fld>
            <a:endParaRPr lang="zh-CN" altLang="en-US"/>
          </a:p>
        </p:txBody>
      </p:sp>
    </p:spTree>
    <p:extLst>
      <p:ext uri="{BB962C8B-B14F-4D97-AF65-F5344CB8AC3E}">
        <p14:creationId xmlns:p14="http://schemas.microsoft.com/office/powerpoint/2010/main" val="2467036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8F863D-AB2F-43F8-9996-64DE7AF4277B}" type="slidenum">
              <a:rPr lang="zh-CN" altLang="en-US" smtClean="0"/>
              <a:t>18</a:t>
            </a:fld>
            <a:endParaRPr lang="zh-CN" altLang="en-US"/>
          </a:p>
        </p:txBody>
      </p:sp>
    </p:spTree>
    <p:extLst>
      <p:ext uri="{BB962C8B-B14F-4D97-AF65-F5344CB8AC3E}">
        <p14:creationId xmlns:p14="http://schemas.microsoft.com/office/powerpoint/2010/main" val="865405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8F863D-AB2F-43F8-9996-64DE7AF4277B}" type="slidenum">
              <a:rPr lang="zh-CN" altLang="en-US" smtClean="0"/>
              <a:t>21</a:t>
            </a:fld>
            <a:endParaRPr lang="zh-CN" altLang="en-US"/>
          </a:p>
        </p:txBody>
      </p:sp>
    </p:spTree>
    <p:extLst>
      <p:ext uri="{BB962C8B-B14F-4D97-AF65-F5344CB8AC3E}">
        <p14:creationId xmlns:p14="http://schemas.microsoft.com/office/powerpoint/2010/main" val="3450522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8F863D-AB2F-43F8-9996-64DE7AF4277B}" type="slidenum">
              <a:rPr lang="zh-CN" altLang="en-US" smtClean="0"/>
              <a:t>22</a:t>
            </a:fld>
            <a:endParaRPr lang="zh-CN" altLang="en-US"/>
          </a:p>
        </p:txBody>
      </p:sp>
    </p:spTree>
    <p:extLst>
      <p:ext uri="{BB962C8B-B14F-4D97-AF65-F5344CB8AC3E}">
        <p14:creationId xmlns:p14="http://schemas.microsoft.com/office/powerpoint/2010/main" val="1571578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AE429E-F252-4B78-B2C1-08264AA9960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8DF1C4B-DA16-4C53-B094-2CEB40F6CE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7651934-7A12-4813-A4C1-A4F4C1D38070}"/>
              </a:ext>
            </a:extLst>
          </p:cNvPr>
          <p:cNvSpPr>
            <a:spLocks noGrp="1"/>
          </p:cNvSpPr>
          <p:nvPr>
            <p:ph type="dt" sz="half" idx="10"/>
          </p:nvPr>
        </p:nvSpPr>
        <p:spPr/>
        <p:txBody>
          <a:bodyPr/>
          <a:lstStyle/>
          <a:p>
            <a:fld id="{FEFFC5CA-6494-4F00-8CF2-EA7AE8A9E9B6}"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396C73B4-BD43-424B-975C-5D773CA2A4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EE9A17-26F2-454D-92DE-C3A2DE8E2B93}"/>
              </a:ext>
            </a:extLst>
          </p:cNvPr>
          <p:cNvSpPr>
            <a:spLocks noGrp="1"/>
          </p:cNvSpPr>
          <p:nvPr>
            <p:ph type="sldNum" sz="quarter" idx="12"/>
          </p:nvPr>
        </p:nvSpPr>
        <p:spPr/>
        <p:txBody>
          <a:body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3758830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64CC68-80AA-4925-98CE-A6F45723678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DC16BF6-D534-45F7-AEF3-543512E3C9E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F3D002E-A0FE-4E50-B778-CAD15DD93339}"/>
              </a:ext>
            </a:extLst>
          </p:cNvPr>
          <p:cNvSpPr>
            <a:spLocks noGrp="1"/>
          </p:cNvSpPr>
          <p:nvPr>
            <p:ph type="dt" sz="half" idx="10"/>
          </p:nvPr>
        </p:nvSpPr>
        <p:spPr/>
        <p:txBody>
          <a:bodyPr/>
          <a:lstStyle/>
          <a:p>
            <a:fld id="{FEFFC5CA-6494-4F00-8CF2-EA7AE8A9E9B6}"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CA0975F4-6E7B-4C5F-856B-B870B4E34AF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56F700-9500-4FB1-A4B4-75EA7DCFFCDF}"/>
              </a:ext>
            </a:extLst>
          </p:cNvPr>
          <p:cNvSpPr>
            <a:spLocks noGrp="1"/>
          </p:cNvSpPr>
          <p:nvPr>
            <p:ph type="sldNum" sz="quarter" idx="12"/>
          </p:nvPr>
        </p:nvSpPr>
        <p:spPr/>
        <p:txBody>
          <a:body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2557264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C303A0-B123-4464-9FBC-B4024F87DBC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668F9B0-39B5-4B9F-93F1-F0BB03CA3F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93A33FE-A884-42A3-AB2D-2EFF9269FD06}"/>
              </a:ext>
            </a:extLst>
          </p:cNvPr>
          <p:cNvSpPr>
            <a:spLocks noGrp="1"/>
          </p:cNvSpPr>
          <p:nvPr>
            <p:ph type="dt" sz="half" idx="10"/>
          </p:nvPr>
        </p:nvSpPr>
        <p:spPr/>
        <p:txBody>
          <a:bodyPr/>
          <a:lstStyle/>
          <a:p>
            <a:fld id="{FEFFC5CA-6494-4F00-8CF2-EA7AE8A9E9B6}"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1B41CE12-7E01-4C5A-A66E-55070176F0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ADAE17-0EF4-4D70-8832-FAB92E239B78}"/>
              </a:ext>
            </a:extLst>
          </p:cNvPr>
          <p:cNvSpPr>
            <a:spLocks noGrp="1"/>
          </p:cNvSpPr>
          <p:nvPr>
            <p:ph type="sldNum" sz="quarter" idx="12"/>
          </p:nvPr>
        </p:nvSpPr>
        <p:spPr/>
        <p:txBody>
          <a:body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130282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7793C7-A536-4F6C-ADC0-A03C1E239E4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8AECAB7-D53F-49C6-B6C6-5CD29C3817A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88110D4-9699-43B3-B65F-9C77FFA93DB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0ADBA2B-DBE8-44D1-AF72-34ED2D9B5DB0}"/>
              </a:ext>
            </a:extLst>
          </p:cNvPr>
          <p:cNvSpPr>
            <a:spLocks noGrp="1"/>
          </p:cNvSpPr>
          <p:nvPr>
            <p:ph type="dt" sz="half" idx="10"/>
          </p:nvPr>
        </p:nvSpPr>
        <p:spPr/>
        <p:txBody>
          <a:bodyPr/>
          <a:lstStyle/>
          <a:p>
            <a:fld id="{FEFFC5CA-6494-4F00-8CF2-EA7AE8A9E9B6}" type="datetimeFigureOut">
              <a:rPr lang="zh-CN" altLang="en-US" smtClean="0"/>
              <a:t>2025/11/7</a:t>
            </a:fld>
            <a:endParaRPr lang="zh-CN" altLang="en-US"/>
          </a:p>
        </p:txBody>
      </p:sp>
      <p:sp>
        <p:nvSpPr>
          <p:cNvPr id="6" name="页脚占位符 5">
            <a:extLst>
              <a:ext uri="{FF2B5EF4-FFF2-40B4-BE49-F238E27FC236}">
                <a16:creationId xmlns:a16="http://schemas.microsoft.com/office/drawing/2014/main" id="{3AC7291D-0AAA-44AC-853E-DBBB9C8635C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7B22C4B-D5E2-425D-9E70-B39058B0994C}"/>
              </a:ext>
            </a:extLst>
          </p:cNvPr>
          <p:cNvSpPr>
            <a:spLocks noGrp="1"/>
          </p:cNvSpPr>
          <p:nvPr>
            <p:ph type="sldNum" sz="quarter" idx="12"/>
          </p:nvPr>
        </p:nvSpPr>
        <p:spPr/>
        <p:txBody>
          <a:body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1009735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94B567-A7E6-490B-99C7-2B25895BD67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177E468-7FE3-4056-B38D-DC5882AE22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40294DE-446D-42E0-8BD2-D5787E67E6B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6B69F1B-640B-4723-BECF-E5B210D54E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A574FBC-6FCD-413A-88EE-EE25E01A874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8ACA371-6E84-462A-90E7-3703AB708974}"/>
              </a:ext>
            </a:extLst>
          </p:cNvPr>
          <p:cNvSpPr>
            <a:spLocks noGrp="1"/>
          </p:cNvSpPr>
          <p:nvPr>
            <p:ph type="dt" sz="half" idx="10"/>
          </p:nvPr>
        </p:nvSpPr>
        <p:spPr/>
        <p:txBody>
          <a:bodyPr/>
          <a:lstStyle/>
          <a:p>
            <a:fld id="{FEFFC5CA-6494-4F00-8CF2-EA7AE8A9E9B6}" type="datetimeFigureOut">
              <a:rPr lang="zh-CN" altLang="en-US" smtClean="0"/>
              <a:t>2025/11/7</a:t>
            </a:fld>
            <a:endParaRPr lang="zh-CN" altLang="en-US"/>
          </a:p>
        </p:txBody>
      </p:sp>
      <p:sp>
        <p:nvSpPr>
          <p:cNvPr id="8" name="页脚占位符 7">
            <a:extLst>
              <a:ext uri="{FF2B5EF4-FFF2-40B4-BE49-F238E27FC236}">
                <a16:creationId xmlns:a16="http://schemas.microsoft.com/office/drawing/2014/main" id="{1EAE792F-6CA8-40F1-826C-E972434D167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18D7CD7-E081-451D-B6F8-C8A562F3E002}"/>
              </a:ext>
            </a:extLst>
          </p:cNvPr>
          <p:cNvSpPr>
            <a:spLocks noGrp="1"/>
          </p:cNvSpPr>
          <p:nvPr>
            <p:ph type="sldNum" sz="quarter" idx="12"/>
          </p:nvPr>
        </p:nvSpPr>
        <p:spPr/>
        <p:txBody>
          <a:body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1723574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434062-7200-4873-B6AB-6A3C4B8C924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D53BB7E-8CF8-476F-806B-A1303CEEB917}"/>
              </a:ext>
            </a:extLst>
          </p:cNvPr>
          <p:cNvSpPr>
            <a:spLocks noGrp="1"/>
          </p:cNvSpPr>
          <p:nvPr>
            <p:ph type="dt" sz="half" idx="10"/>
          </p:nvPr>
        </p:nvSpPr>
        <p:spPr/>
        <p:txBody>
          <a:bodyPr/>
          <a:lstStyle/>
          <a:p>
            <a:fld id="{FEFFC5CA-6494-4F00-8CF2-EA7AE8A9E9B6}" type="datetimeFigureOut">
              <a:rPr lang="zh-CN" altLang="en-US" smtClean="0"/>
              <a:t>2025/11/7</a:t>
            </a:fld>
            <a:endParaRPr lang="zh-CN" altLang="en-US"/>
          </a:p>
        </p:txBody>
      </p:sp>
      <p:sp>
        <p:nvSpPr>
          <p:cNvPr id="4" name="页脚占位符 3">
            <a:extLst>
              <a:ext uri="{FF2B5EF4-FFF2-40B4-BE49-F238E27FC236}">
                <a16:creationId xmlns:a16="http://schemas.microsoft.com/office/drawing/2014/main" id="{533B20A7-6CB9-40CB-B822-736DAAB02F9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5231CCA-224D-4523-AEA3-C1A3E86341C7}"/>
              </a:ext>
            </a:extLst>
          </p:cNvPr>
          <p:cNvSpPr>
            <a:spLocks noGrp="1"/>
          </p:cNvSpPr>
          <p:nvPr>
            <p:ph type="sldNum" sz="quarter" idx="12"/>
          </p:nvPr>
        </p:nvSpPr>
        <p:spPr/>
        <p:txBody>
          <a:body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3032279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39CA829-754E-450C-BE17-E0707EF00C45}"/>
              </a:ext>
            </a:extLst>
          </p:cNvPr>
          <p:cNvSpPr>
            <a:spLocks noGrp="1"/>
          </p:cNvSpPr>
          <p:nvPr>
            <p:ph type="dt" sz="half" idx="10"/>
          </p:nvPr>
        </p:nvSpPr>
        <p:spPr/>
        <p:txBody>
          <a:bodyPr/>
          <a:lstStyle/>
          <a:p>
            <a:fld id="{FEFFC5CA-6494-4F00-8CF2-EA7AE8A9E9B6}" type="datetimeFigureOut">
              <a:rPr lang="zh-CN" altLang="en-US" smtClean="0"/>
              <a:t>2025/11/7</a:t>
            </a:fld>
            <a:endParaRPr lang="zh-CN" altLang="en-US"/>
          </a:p>
        </p:txBody>
      </p:sp>
      <p:sp>
        <p:nvSpPr>
          <p:cNvPr id="3" name="页脚占位符 2">
            <a:extLst>
              <a:ext uri="{FF2B5EF4-FFF2-40B4-BE49-F238E27FC236}">
                <a16:creationId xmlns:a16="http://schemas.microsoft.com/office/drawing/2014/main" id="{A002E147-454F-4A2C-AC4A-61ADE74763D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063E266-74FA-4E24-B4DF-5DD154653817}"/>
              </a:ext>
            </a:extLst>
          </p:cNvPr>
          <p:cNvSpPr>
            <a:spLocks noGrp="1"/>
          </p:cNvSpPr>
          <p:nvPr>
            <p:ph type="sldNum" sz="quarter" idx="12"/>
          </p:nvPr>
        </p:nvSpPr>
        <p:spPr/>
        <p:txBody>
          <a:body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3834261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F8DF90-43C4-458A-84F1-5260BE60371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1267CEA-A388-438A-8C9E-741099A9F1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185F76E-3721-4BED-AF70-344EB9B0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E61B365-F2B2-41D1-8871-ED9E4581DC8B}"/>
              </a:ext>
            </a:extLst>
          </p:cNvPr>
          <p:cNvSpPr>
            <a:spLocks noGrp="1"/>
          </p:cNvSpPr>
          <p:nvPr>
            <p:ph type="dt" sz="half" idx="10"/>
          </p:nvPr>
        </p:nvSpPr>
        <p:spPr/>
        <p:txBody>
          <a:bodyPr/>
          <a:lstStyle/>
          <a:p>
            <a:fld id="{FEFFC5CA-6494-4F00-8CF2-EA7AE8A9E9B6}" type="datetimeFigureOut">
              <a:rPr lang="zh-CN" altLang="en-US" smtClean="0"/>
              <a:t>2025/11/7</a:t>
            </a:fld>
            <a:endParaRPr lang="zh-CN" altLang="en-US"/>
          </a:p>
        </p:txBody>
      </p:sp>
      <p:sp>
        <p:nvSpPr>
          <p:cNvPr id="6" name="页脚占位符 5">
            <a:extLst>
              <a:ext uri="{FF2B5EF4-FFF2-40B4-BE49-F238E27FC236}">
                <a16:creationId xmlns:a16="http://schemas.microsoft.com/office/drawing/2014/main" id="{B63D6346-7674-48D3-8F64-852B7083FD2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4DB899-08E1-4EA2-912E-9471C7E0868E}"/>
              </a:ext>
            </a:extLst>
          </p:cNvPr>
          <p:cNvSpPr>
            <a:spLocks noGrp="1"/>
          </p:cNvSpPr>
          <p:nvPr>
            <p:ph type="sldNum" sz="quarter" idx="12"/>
          </p:nvPr>
        </p:nvSpPr>
        <p:spPr/>
        <p:txBody>
          <a:body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3160196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1798C-9912-4F15-81F4-9A3B85484BA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C2E588D-DFFC-4ED6-A61D-0C8815E3DF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1C3404E-8E65-404B-A90C-97F0BB8454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36F4D7-7175-40F6-9003-4F27B71AB95B}"/>
              </a:ext>
            </a:extLst>
          </p:cNvPr>
          <p:cNvSpPr>
            <a:spLocks noGrp="1"/>
          </p:cNvSpPr>
          <p:nvPr>
            <p:ph type="dt" sz="half" idx="10"/>
          </p:nvPr>
        </p:nvSpPr>
        <p:spPr/>
        <p:txBody>
          <a:bodyPr/>
          <a:lstStyle/>
          <a:p>
            <a:fld id="{FEFFC5CA-6494-4F00-8CF2-EA7AE8A9E9B6}" type="datetimeFigureOut">
              <a:rPr lang="zh-CN" altLang="en-US" smtClean="0"/>
              <a:t>2025/11/7</a:t>
            </a:fld>
            <a:endParaRPr lang="zh-CN" altLang="en-US"/>
          </a:p>
        </p:txBody>
      </p:sp>
      <p:sp>
        <p:nvSpPr>
          <p:cNvPr id="6" name="页脚占位符 5">
            <a:extLst>
              <a:ext uri="{FF2B5EF4-FFF2-40B4-BE49-F238E27FC236}">
                <a16:creationId xmlns:a16="http://schemas.microsoft.com/office/drawing/2014/main" id="{D033369A-1528-49FA-AA0F-7B3D001A084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830B168-2C4B-40D2-84CE-366A88EA1267}"/>
              </a:ext>
            </a:extLst>
          </p:cNvPr>
          <p:cNvSpPr>
            <a:spLocks noGrp="1"/>
          </p:cNvSpPr>
          <p:nvPr>
            <p:ph type="sldNum" sz="quarter" idx="12"/>
          </p:nvPr>
        </p:nvSpPr>
        <p:spPr/>
        <p:txBody>
          <a:body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721281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EADDE6-2D56-4320-A8E9-E7C5E55C9EE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FE453C8-5D32-4BA8-8FF1-5542F1229A5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784A3B-1235-412F-B626-6323FAEFD0D3}"/>
              </a:ext>
            </a:extLst>
          </p:cNvPr>
          <p:cNvSpPr>
            <a:spLocks noGrp="1"/>
          </p:cNvSpPr>
          <p:nvPr>
            <p:ph type="dt" sz="half" idx="10"/>
          </p:nvPr>
        </p:nvSpPr>
        <p:spPr/>
        <p:txBody>
          <a:bodyPr/>
          <a:lstStyle/>
          <a:p>
            <a:fld id="{FEFFC5CA-6494-4F00-8CF2-EA7AE8A9E9B6}"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A7678229-6334-4909-A010-FC42F00E28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84C59D4-A179-4071-8FF5-2E88037A7F08}"/>
              </a:ext>
            </a:extLst>
          </p:cNvPr>
          <p:cNvSpPr>
            <a:spLocks noGrp="1"/>
          </p:cNvSpPr>
          <p:nvPr>
            <p:ph type="sldNum" sz="quarter" idx="12"/>
          </p:nvPr>
        </p:nvSpPr>
        <p:spPr/>
        <p:txBody>
          <a:body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3831870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D84C85-543E-4E41-9524-5A46E7205AF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39E3D07-C99E-48CA-B45C-D50805D2C13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4A9BF39-B697-4153-A846-21F85EC97D0C}"/>
              </a:ext>
            </a:extLst>
          </p:cNvPr>
          <p:cNvSpPr>
            <a:spLocks noGrp="1"/>
          </p:cNvSpPr>
          <p:nvPr>
            <p:ph type="dt" sz="half" idx="10"/>
          </p:nvPr>
        </p:nvSpPr>
        <p:spPr/>
        <p:txBody>
          <a:bodyPr/>
          <a:lstStyle/>
          <a:p>
            <a:fld id="{FEFFC5CA-6494-4F00-8CF2-EA7AE8A9E9B6}"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9B3A97CE-D416-4BD4-96EE-ADB6FAD4D49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DBFEDF4-41CD-426C-B201-A1772FD8D3ED}"/>
              </a:ext>
            </a:extLst>
          </p:cNvPr>
          <p:cNvSpPr>
            <a:spLocks noGrp="1"/>
          </p:cNvSpPr>
          <p:nvPr>
            <p:ph type="sldNum" sz="quarter" idx="12"/>
          </p:nvPr>
        </p:nvSpPr>
        <p:spPr/>
        <p:txBody>
          <a:body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1497557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AB8A931-A7BE-45CE-821B-BE3304D423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F4AFB13-F324-4F0B-BAF6-74070D9DE1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3CEDE8-A755-466D-883D-D5CD174622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FFC5CA-6494-4F00-8CF2-EA7AE8A9E9B6}"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5FFFE0C8-4197-4A45-8AED-241C16CBA8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CFF6EB0-538F-43A6-8478-BBED312A86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6A0E54-65AF-4B54-AC56-54C72E810C50}" type="slidenum">
              <a:rPr lang="zh-CN" altLang="en-US" smtClean="0"/>
              <a:t>‹#›</a:t>
            </a:fld>
            <a:endParaRPr lang="zh-CN" altLang="en-US"/>
          </a:p>
        </p:txBody>
      </p:sp>
    </p:spTree>
    <p:extLst>
      <p:ext uri="{BB962C8B-B14F-4D97-AF65-F5344CB8AC3E}">
        <p14:creationId xmlns:p14="http://schemas.microsoft.com/office/powerpoint/2010/main" val="317223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4FF23-4FA5-4550-9680-DDEFA70D81CE}"/>
              </a:ext>
            </a:extLst>
          </p:cNvPr>
          <p:cNvSpPr>
            <a:spLocks noGrp="1"/>
          </p:cNvSpPr>
          <p:nvPr>
            <p:ph type="title"/>
          </p:nvPr>
        </p:nvSpPr>
        <p:spPr>
          <a:xfrm>
            <a:off x="653385" y="1424837"/>
            <a:ext cx="10885229" cy="2852737"/>
          </a:xfrm>
        </p:spPr>
        <p:txBody>
          <a:bodyPr/>
          <a:lstStyle/>
          <a:p>
            <a:r>
              <a:rPr lang="zh-CN" altLang="en-US" b="1" dirty="0"/>
              <a:t>这个时代我们需要什么样的农业？</a:t>
            </a:r>
          </a:p>
        </p:txBody>
      </p:sp>
      <p:sp>
        <p:nvSpPr>
          <p:cNvPr id="3" name="文本占位符 2">
            <a:extLst>
              <a:ext uri="{FF2B5EF4-FFF2-40B4-BE49-F238E27FC236}">
                <a16:creationId xmlns:a16="http://schemas.microsoft.com/office/drawing/2014/main" id="{D9FB9176-0167-4CD2-B564-F8AD1B2E9C39}"/>
              </a:ext>
            </a:extLst>
          </p:cNvPr>
          <p:cNvSpPr>
            <a:spLocks noGrp="1"/>
          </p:cNvSpPr>
          <p:nvPr>
            <p:ph type="body" idx="1"/>
          </p:nvPr>
        </p:nvSpPr>
        <p:spPr>
          <a:xfrm>
            <a:off x="653385" y="4589463"/>
            <a:ext cx="10515600" cy="1500187"/>
          </a:xfrm>
        </p:spPr>
        <p:txBody>
          <a:bodyPr/>
          <a:lstStyle/>
          <a:p>
            <a:r>
              <a:rPr lang="zh-CN" altLang="en-US" dirty="0"/>
              <a:t>当我们在讨论智慧农业时候我们究竟在讨论什么：智慧农业的工程学破局</a:t>
            </a:r>
          </a:p>
        </p:txBody>
      </p:sp>
    </p:spTree>
    <p:extLst>
      <p:ext uri="{BB962C8B-B14F-4D97-AF65-F5344CB8AC3E}">
        <p14:creationId xmlns:p14="http://schemas.microsoft.com/office/powerpoint/2010/main" val="1370079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FFFD9B-FF5D-4CEC-B46E-7E4BDAC65996}"/>
              </a:ext>
            </a:extLst>
          </p:cNvPr>
          <p:cNvSpPr>
            <a:spLocks noGrp="1"/>
          </p:cNvSpPr>
          <p:nvPr>
            <p:ph type="title"/>
          </p:nvPr>
        </p:nvSpPr>
        <p:spPr>
          <a:xfrm>
            <a:off x="831600" y="2612571"/>
            <a:ext cx="7142819" cy="1632858"/>
          </a:xfrm>
        </p:spPr>
        <p:txBody>
          <a:bodyPr>
            <a:normAutofit/>
          </a:bodyPr>
          <a:lstStyle/>
          <a:p>
            <a:r>
              <a:rPr lang="zh-CN" altLang="en-US" sz="6000" b="1" dirty="0"/>
              <a:t>工程学</a:t>
            </a:r>
            <a:r>
              <a:rPr lang="zh-CN" altLang="en-US" sz="4400" dirty="0"/>
              <a:t>视角下的智慧农业</a:t>
            </a:r>
            <a:endParaRPr lang="zh-CN" altLang="en-US" sz="3600" dirty="0"/>
          </a:p>
        </p:txBody>
      </p:sp>
      <p:sp>
        <p:nvSpPr>
          <p:cNvPr id="5" name="文本框 4">
            <a:extLst>
              <a:ext uri="{FF2B5EF4-FFF2-40B4-BE49-F238E27FC236}">
                <a16:creationId xmlns:a16="http://schemas.microsoft.com/office/drawing/2014/main" id="{57DA7DB2-5DBF-4C5D-BD4A-35DDED165FB4}"/>
              </a:ext>
            </a:extLst>
          </p:cNvPr>
          <p:cNvSpPr txBox="1"/>
          <p:nvPr/>
        </p:nvSpPr>
        <p:spPr>
          <a:xfrm>
            <a:off x="831600" y="4590000"/>
            <a:ext cx="9233065" cy="646331"/>
          </a:xfrm>
          <a:prstGeom prst="rect">
            <a:avLst/>
          </a:prstGeom>
          <a:noFill/>
        </p:spPr>
        <p:txBody>
          <a:bodyPr wrap="square" rtlCol="0">
            <a:spAutoFit/>
          </a:bodyPr>
          <a:lstStyle/>
          <a:p>
            <a:pPr>
              <a:lnSpc>
                <a:spcPct val="90000"/>
              </a:lnSpc>
              <a:spcBef>
                <a:spcPts val="1000"/>
              </a:spcBef>
              <a:spcAft>
                <a:spcPts val="800"/>
              </a:spcAft>
            </a:pPr>
            <a:r>
              <a:rPr lang="zh-CN" altLang="zh-CN" sz="2000" dirty="0">
                <a:solidFill>
                  <a:schemeClr val="tx1">
                    <a:tint val="75000"/>
                  </a:schemeClr>
                </a:solidFill>
              </a:rPr>
              <a:t>无论题目怎么变化，这门课程的本质都是为了实现让我们能更好地理解和接轨专业与行业，让我们有能力在毕业后能够更有效的参与生产 </a:t>
            </a:r>
          </a:p>
        </p:txBody>
      </p:sp>
    </p:spTree>
    <p:extLst>
      <p:ext uri="{BB962C8B-B14F-4D97-AF65-F5344CB8AC3E}">
        <p14:creationId xmlns:p14="http://schemas.microsoft.com/office/powerpoint/2010/main" val="3217927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33F6032-AB4B-4659-A7FC-0952F60D34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478" y="990196"/>
            <a:ext cx="6937044" cy="4877608"/>
          </a:xfrm>
          <a:prstGeom prst="rect">
            <a:avLst/>
          </a:prstGeom>
        </p:spPr>
      </p:pic>
      <p:pic>
        <p:nvPicPr>
          <p:cNvPr id="3" name="图片 2">
            <a:extLst>
              <a:ext uri="{FF2B5EF4-FFF2-40B4-BE49-F238E27FC236}">
                <a16:creationId xmlns:a16="http://schemas.microsoft.com/office/drawing/2014/main" id="{568B9033-26AE-451C-9BFD-CC6E6F57447A}"/>
              </a:ext>
            </a:extLst>
          </p:cNvPr>
          <p:cNvPicPr>
            <a:picLocks noChangeAspect="1"/>
          </p:cNvPicPr>
          <p:nvPr/>
        </p:nvPicPr>
        <p:blipFill>
          <a:blip r:embed="rId3"/>
          <a:stretch>
            <a:fillRect/>
          </a:stretch>
        </p:blipFill>
        <p:spPr>
          <a:xfrm>
            <a:off x="0" y="0"/>
            <a:ext cx="2633700" cy="6102625"/>
          </a:xfrm>
          <a:prstGeom prst="rect">
            <a:avLst/>
          </a:prstGeom>
        </p:spPr>
      </p:pic>
    </p:spTree>
    <p:extLst>
      <p:ext uri="{BB962C8B-B14F-4D97-AF65-F5344CB8AC3E}">
        <p14:creationId xmlns:p14="http://schemas.microsoft.com/office/powerpoint/2010/main" val="133095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128891E-507F-46FC-ABB0-F73F1EDB9C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200" y="990000"/>
            <a:ext cx="6937600" cy="4878000"/>
          </a:xfrm>
          <a:prstGeom prst="rect">
            <a:avLst/>
          </a:prstGeom>
        </p:spPr>
      </p:pic>
    </p:spTree>
    <p:extLst>
      <p:ext uri="{BB962C8B-B14F-4D97-AF65-F5344CB8AC3E}">
        <p14:creationId xmlns:p14="http://schemas.microsoft.com/office/powerpoint/2010/main" val="1072183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E97A1D5-A106-4964-A635-1D9BDBEE5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200" y="990000"/>
            <a:ext cx="6937600" cy="4878000"/>
          </a:xfrm>
          <a:prstGeom prst="rect">
            <a:avLst/>
          </a:prstGeom>
        </p:spPr>
      </p:pic>
    </p:spTree>
    <p:extLst>
      <p:ext uri="{BB962C8B-B14F-4D97-AF65-F5344CB8AC3E}">
        <p14:creationId xmlns:p14="http://schemas.microsoft.com/office/powerpoint/2010/main" val="98332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CB7529B9-0C32-4674-80A4-0A56399EE31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708793" y="990000"/>
            <a:ext cx="6774414" cy="4878000"/>
          </a:xfrm>
          <a:prstGeom prst="rect">
            <a:avLst/>
          </a:prstGeom>
        </p:spPr>
      </p:pic>
    </p:spTree>
    <p:extLst>
      <p:ext uri="{BB962C8B-B14F-4D97-AF65-F5344CB8AC3E}">
        <p14:creationId xmlns:p14="http://schemas.microsoft.com/office/powerpoint/2010/main" val="3322716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9EF6A20-D964-465C-86C9-BE8A514F76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200" y="990000"/>
            <a:ext cx="6937600" cy="4878000"/>
          </a:xfrm>
          <a:prstGeom prst="rect">
            <a:avLst/>
          </a:prstGeom>
        </p:spPr>
      </p:pic>
    </p:spTree>
    <p:extLst>
      <p:ext uri="{BB962C8B-B14F-4D97-AF65-F5344CB8AC3E}">
        <p14:creationId xmlns:p14="http://schemas.microsoft.com/office/powerpoint/2010/main" val="2203350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A6FA4CB-AB40-49DA-80DF-05150D07A9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200" y="990000"/>
            <a:ext cx="6937600" cy="4878000"/>
          </a:xfrm>
          <a:prstGeom prst="rect">
            <a:avLst/>
          </a:prstGeom>
        </p:spPr>
      </p:pic>
    </p:spTree>
    <p:extLst>
      <p:ext uri="{BB962C8B-B14F-4D97-AF65-F5344CB8AC3E}">
        <p14:creationId xmlns:p14="http://schemas.microsoft.com/office/powerpoint/2010/main" val="3446724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BF15E5D-84A6-4CAD-B228-DBF768BC21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200" y="990000"/>
            <a:ext cx="6937600" cy="4878000"/>
          </a:xfrm>
          <a:prstGeom prst="rect">
            <a:avLst/>
          </a:prstGeom>
        </p:spPr>
      </p:pic>
    </p:spTree>
    <p:extLst>
      <p:ext uri="{BB962C8B-B14F-4D97-AF65-F5344CB8AC3E}">
        <p14:creationId xmlns:p14="http://schemas.microsoft.com/office/powerpoint/2010/main" val="3650856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FEE5FE9-F170-47A9-814F-6F4BB25684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200" y="990000"/>
            <a:ext cx="6937600" cy="4878000"/>
          </a:xfrm>
          <a:prstGeom prst="rect">
            <a:avLst/>
          </a:prstGeom>
        </p:spPr>
      </p:pic>
    </p:spTree>
    <p:extLst>
      <p:ext uri="{BB962C8B-B14F-4D97-AF65-F5344CB8AC3E}">
        <p14:creationId xmlns:p14="http://schemas.microsoft.com/office/powerpoint/2010/main" val="1468585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1B48C04-5BF6-4FD3-AB56-7AB899E287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200" y="990000"/>
            <a:ext cx="6937600" cy="4878000"/>
          </a:xfrm>
          <a:prstGeom prst="rect">
            <a:avLst/>
          </a:prstGeom>
        </p:spPr>
      </p:pic>
    </p:spTree>
    <p:extLst>
      <p:ext uri="{BB962C8B-B14F-4D97-AF65-F5344CB8AC3E}">
        <p14:creationId xmlns:p14="http://schemas.microsoft.com/office/powerpoint/2010/main" val="2786333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355DB1D-F5DC-4431-980A-5B253E803F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200" y="990000"/>
            <a:ext cx="6937599" cy="4878000"/>
          </a:xfrm>
          <a:prstGeom prst="rect">
            <a:avLst/>
          </a:prstGeom>
        </p:spPr>
      </p:pic>
    </p:spTree>
    <p:extLst>
      <p:ext uri="{BB962C8B-B14F-4D97-AF65-F5344CB8AC3E}">
        <p14:creationId xmlns:p14="http://schemas.microsoft.com/office/powerpoint/2010/main" val="1145428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04F2C40-90C8-4A8C-AFBD-343EAFCBE6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200" y="990000"/>
            <a:ext cx="6937599" cy="4878000"/>
          </a:xfrm>
          <a:prstGeom prst="rect">
            <a:avLst/>
          </a:prstGeom>
        </p:spPr>
      </p:pic>
    </p:spTree>
    <p:extLst>
      <p:ext uri="{BB962C8B-B14F-4D97-AF65-F5344CB8AC3E}">
        <p14:creationId xmlns:p14="http://schemas.microsoft.com/office/powerpoint/2010/main" val="1672819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94B48A2-E1BC-4CB3-8905-DF5E361B09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200" y="990000"/>
            <a:ext cx="6937599" cy="4878000"/>
          </a:xfrm>
          <a:prstGeom prst="rect">
            <a:avLst/>
          </a:prstGeom>
        </p:spPr>
      </p:pic>
    </p:spTree>
    <p:extLst>
      <p:ext uri="{BB962C8B-B14F-4D97-AF65-F5344CB8AC3E}">
        <p14:creationId xmlns:p14="http://schemas.microsoft.com/office/powerpoint/2010/main" val="2785072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2C2B9E7-1465-4B12-9855-51260FC778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200" y="990000"/>
            <a:ext cx="6937600" cy="4878000"/>
          </a:xfrm>
          <a:prstGeom prst="rect">
            <a:avLst/>
          </a:prstGeom>
        </p:spPr>
      </p:pic>
    </p:spTree>
    <p:extLst>
      <p:ext uri="{BB962C8B-B14F-4D97-AF65-F5344CB8AC3E}">
        <p14:creationId xmlns:p14="http://schemas.microsoft.com/office/powerpoint/2010/main" val="1236499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0C5A791-3144-48C2-99FB-79B47869A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9812" y="1107742"/>
            <a:ext cx="8992375" cy="4642515"/>
          </a:xfrm>
          <a:prstGeom prst="rect">
            <a:avLst/>
          </a:prstGeom>
        </p:spPr>
      </p:pic>
    </p:spTree>
    <p:extLst>
      <p:ext uri="{BB962C8B-B14F-4D97-AF65-F5344CB8AC3E}">
        <p14:creationId xmlns:p14="http://schemas.microsoft.com/office/powerpoint/2010/main" val="3936140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C30576-C62C-4559-BC01-D73DB98D5733}"/>
              </a:ext>
            </a:extLst>
          </p:cNvPr>
          <p:cNvSpPr>
            <a:spLocks noGrp="1"/>
          </p:cNvSpPr>
          <p:nvPr>
            <p:ph type="title"/>
          </p:nvPr>
        </p:nvSpPr>
        <p:spPr/>
        <p:txBody>
          <a:bodyPr/>
          <a:lstStyle/>
          <a:p>
            <a:r>
              <a:rPr lang="zh-CN" altLang="en-US" dirty="0"/>
              <a:t>不标准的土地</a:t>
            </a:r>
            <a:br>
              <a:rPr lang="en-US" altLang="zh-CN" dirty="0"/>
            </a:br>
            <a:r>
              <a:rPr lang="en-US" altLang="zh-CN" dirty="0"/>
              <a:t>V.S.</a:t>
            </a:r>
            <a:br>
              <a:rPr lang="en-US" altLang="zh-CN" dirty="0"/>
            </a:br>
            <a:r>
              <a:rPr lang="zh-CN" altLang="en-US" dirty="0"/>
              <a:t>标准化的解决方案</a:t>
            </a:r>
          </a:p>
        </p:txBody>
      </p:sp>
      <p:sp>
        <p:nvSpPr>
          <p:cNvPr id="3" name="文本占位符 2">
            <a:extLst>
              <a:ext uri="{FF2B5EF4-FFF2-40B4-BE49-F238E27FC236}">
                <a16:creationId xmlns:a16="http://schemas.microsoft.com/office/drawing/2014/main" id="{495D6598-F0D6-420A-987B-62B90598071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03864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4FF23-4FA5-4550-9680-DDEFA70D81CE}"/>
              </a:ext>
            </a:extLst>
          </p:cNvPr>
          <p:cNvSpPr>
            <a:spLocks noGrp="1"/>
          </p:cNvSpPr>
          <p:nvPr>
            <p:ph type="title"/>
          </p:nvPr>
        </p:nvSpPr>
        <p:spPr/>
        <p:txBody>
          <a:bodyPr/>
          <a:lstStyle/>
          <a:p>
            <a:r>
              <a:rPr lang="zh-CN" altLang="en-US" dirty="0"/>
              <a:t>今天的中国智慧农业长什么样？</a:t>
            </a:r>
          </a:p>
        </p:txBody>
      </p:sp>
      <p:sp>
        <p:nvSpPr>
          <p:cNvPr id="3" name="文本占位符 2">
            <a:extLst>
              <a:ext uri="{FF2B5EF4-FFF2-40B4-BE49-F238E27FC236}">
                <a16:creationId xmlns:a16="http://schemas.microsoft.com/office/drawing/2014/main" id="{D9FB9176-0167-4CD2-B564-F8AD1B2E9C39}"/>
              </a:ext>
            </a:extLst>
          </p:cNvPr>
          <p:cNvSpPr>
            <a:spLocks noGrp="1"/>
          </p:cNvSpPr>
          <p:nvPr>
            <p:ph type="body" idx="1"/>
          </p:nvPr>
        </p:nvSpPr>
        <p:spPr/>
        <p:txBody>
          <a:bodyPr/>
          <a:lstStyle/>
          <a:p>
            <a:r>
              <a:rPr lang="zh-CN" altLang="en-US" dirty="0"/>
              <a:t>这个最古老的生产方式如何在今天适应时代？</a:t>
            </a:r>
          </a:p>
        </p:txBody>
      </p:sp>
    </p:spTree>
    <p:extLst>
      <p:ext uri="{BB962C8B-B14F-4D97-AF65-F5344CB8AC3E}">
        <p14:creationId xmlns:p14="http://schemas.microsoft.com/office/powerpoint/2010/main" val="3184055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E27C9F-C93F-4BE3-BBA0-909D01DC2B3C}"/>
              </a:ext>
            </a:extLst>
          </p:cNvPr>
          <p:cNvSpPr>
            <a:spLocks noGrp="1"/>
          </p:cNvSpPr>
          <p:nvPr>
            <p:ph type="title"/>
          </p:nvPr>
        </p:nvSpPr>
        <p:spPr/>
        <p:txBody>
          <a:bodyPr>
            <a:normAutofit/>
          </a:bodyPr>
          <a:lstStyle/>
          <a:p>
            <a:r>
              <a:rPr lang="zh-CN" altLang="en-US" sz="5400" dirty="0"/>
              <a:t>从决策、资源到执行的三层变革</a:t>
            </a:r>
          </a:p>
        </p:txBody>
      </p:sp>
      <p:sp>
        <p:nvSpPr>
          <p:cNvPr id="3" name="文本占位符 2">
            <a:extLst>
              <a:ext uri="{FF2B5EF4-FFF2-40B4-BE49-F238E27FC236}">
                <a16:creationId xmlns:a16="http://schemas.microsoft.com/office/drawing/2014/main" id="{FB42A37D-44D5-48E1-8EBD-59C930A8179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19774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4BB935-7AAF-454A-9321-CD87863C56A3}"/>
              </a:ext>
            </a:extLst>
          </p:cNvPr>
          <p:cNvSpPr>
            <a:spLocks noGrp="1"/>
          </p:cNvSpPr>
          <p:nvPr>
            <p:ph type="title"/>
          </p:nvPr>
        </p:nvSpPr>
        <p:spPr/>
        <p:txBody>
          <a:bodyPr/>
          <a:lstStyle/>
          <a:p>
            <a:endParaRPr lang="zh-CN" altLang="en-US"/>
          </a:p>
        </p:txBody>
      </p:sp>
      <p:sp>
        <p:nvSpPr>
          <p:cNvPr id="3" name="文本占位符 2">
            <a:extLst>
              <a:ext uri="{FF2B5EF4-FFF2-40B4-BE49-F238E27FC236}">
                <a16:creationId xmlns:a16="http://schemas.microsoft.com/office/drawing/2014/main" id="{56DCE56F-B0AE-4257-A715-A44EBBB6403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24551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4FF23-4FA5-4550-9680-DDEFA70D81CE}"/>
              </a:ext>
            </a:extLst>
          </p:cNvPr>
          <p:cNvSpPr>
            <a:spLocks noGrp="1"/>
          </p:cNvSpPr>
          <p:nvPr>
            <p:ph type="title"/>
          </p:nvPr>
        </p:nvSpPr>
        <p:spPr/>
        <p:txBody>
          <a:bodyPr/>
          <a:lstStyle/>
          <a:p>
            <a:r>
              <a:rPr lang="zh-CN" altLang="en-US" dirty="0"/>
              <a:t>我们</a:t>
            </a:r>
            <a:r>
              <a:rPr lang="en-US" altLang="zh-CN" dirty="0"/>
              <a:t>—</a:t>
            </a:r>
            <a:r>
              <a:rPr lang="zh-CN" altLang="en-US" dirty="0"/>
              <a:t>今天的自动化专业学生我们怎样参与农业？</a:t>
            </a:r>
          </a:p>
        </p:txBody>
      </p:sp>
      <p:sp>
        <p:nvSpPr>
          <p:cNvPr id="3" name="文本占位符 2">
            <a:extLst>
              <a:ext uri="{FF2B5EF4-FFF2-40B4-BE49-F238E27FC236}">
                <a16:creationId xmlns:a16="http://schemas.microsoft.com/office/drawing/2014/main" id="{D9FB9176-0167-4CD2-B564-F8AD1B2E9C39}"/>
              </a:ext>
            </a:extLst>
          </p:cNvPr>
          <p:cNvSpPr>
            <a:spLocks noGrp="1"/>
          </p:cNvSpPr>
          <p:nvPr>
            <p:ph type="body" idx="1"/>
          </p:nvPr>
        </p:nvSpPr>
        <p:spPr/>
        <p:txBody>
          <a:bodyPr/>
          <a:lstStyle/>
          <a:p>
            <a:r>
              <a:rPr lang="zh-CN" altLang="en-US" dirty="0"/>
              <a:t>作为外乡人，自动化怎样赋能农业，途径在哪里？</a:t>
            </a:r>
          </a:p>
        </p:txBody>
      </p:sp>
    </p:spTree>
    <p:extLst>
      <p:ext uri="{BB962C8B-B14F-4D97-AF65-F5344CB8AC3E}">
        <p14:creationId xmlns:p14="http://schemas.microsoft.com/office/powerpoint/2010/main" val="3898714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4FF23-4FA5-4550-9680-DDEFA70D81CE}"/>
              </a:ext>
            </a:extLst>
          </p:cNvPr>
          <p:cNvSpPr>
            <a:spLocks noGrp="1"/>
          </p:cNvSpPr>
          <p:nvPr>
            <p:ph type="title"/>
          </p:nvPr>
        </p:nvSpPr>
        <p:spPr/>
        <p:txBody>
          <a:bodyPr/>
          <a:lstStyle/>
          <a:p>
            <a:r>
              <a:rPr lang="zh-CN" altLang="en-US" dirty="0"/>
              <a:t>一些废话？</a:t>
            </a:r>
          </a:p>
        </p:txBody>
      </p:sp>
      <p:sp>
        <p:nvSpPr>
          <p:cNvPr id="3" name="文本占位符 2">
            <a:extLst>
              <a:ext uri="{FF2B5EF4-FFF2-40B4-BE49-F238E27FC236}">
                <a16:creationId xmlns:a16="http://schemas.microsoft.com/office/drawing/2014/main" id="{D9FB9176-0167-4CD2-B564-F8AD1B2E9C39}"/>
              </a:ext>
            </a:extLst>
          </p:cNvPr>
          <p:cNvSpPr>
            <a:spLocks noGrp="1"/>
          </p:cNvSpPr>
          <p:nvPr>
            <p:ph type="body" idx="1"/>
          </p:nvPr>
        </p:nvSpPr>
        <p:spPr/>
        <p:txBody>
          <a:bodyPr/>
          <a:lstStyle/>
          <a:p>
            <a:r>
              <a:rPr lang="zh-CN" altLang="en-US" dirty="0"/>
              <a:t>当我们在讨论智慧农业时候我们究竟在讨论什么？</a:t>
            </a:r>
          </a:p>
        </p:txBody>
      </p:sp>
    </p:spTree>
    <p:extLst>
      <p:ext uri="{BB962C8B-B14F-4D97-AF65-F5344CB8AC3E}">
        <p14:creationId xmlns:p14="http://schemas.microsoft.com/office/powerpoint/2010/main" val="220372938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157</Words>
  <Application>Microsoft Office PowerPoint</Application>
  <PresentationFormat>宽屏</PresentationFormat>
  <Paragraphs>16</Paragraphs>
  <Slides>22</Slides>
  <Notes>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22</vt:i4>
      </vt:variant>
    </vt:vector>
  </HeadingPairs>
  <TitlesOfParts>
    <vt:vector size="26" baseType="lpstr">
      <vt:lpstr>等线</vt:lpstr>
      <vt:lpstr>等线 Light</vt:lpstr>
      <vt:lpstr>Arial</vt:lpstr>
      <vt:lpstr>Office 主题​​</vt:lpstr>
      <vt:lpstr>这个时代我们需要什么样的农业？</vt:lpstr>
      <vt:lpstr>工程学视角下的智慧农业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不标准的土地 V.S. 标准化的解决方案</vt:lpstr>
      <vt:lpstr>今天的中国智慧农业长什么样？</vt:lpstr>
      <vt:lpstr>从决策、资源到执行的三层变革</vt:lpstr>
      <vt:lpstr>PowerPoint 演示文稿</vt:lpstr>
      <vt:lpstr>我们—今天的自动化专业学生我们怎样参与农业？</vt:lpstr>
      <vt:lpstr>一些废话？</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智慧农业的工程学：从精准灌溉到农业机器人</dc:title>
  <dc:creator>Z J</dc:creator>
  <cp:lastModifiedBy>Z J</cp:lastModifiedBy>
  <cp:revision>14</cp:revision>
  <dcterms:created xsi:type="dcterms:W3CDTF">2025-11-04T12:55:52Z</dcterms:created>
  <dcterms:modified xsi:type="dcterms:W3CDTF">2025-11-07T10:19:05Z</dcterms:modified>
</cp:coreProperties>
</file>